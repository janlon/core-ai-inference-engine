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AIPort | Visao Tecnica para Engenharia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Material orientado a arquitetura, integracao, fluxo de execucao e operacao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Escopo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Esta versao prioriza como o sistema funciona internamente: telefonia, orquestracao, pipeline de IA, persistencia, APIs, observabilidade e controle operacional.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Objetivo funcional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Automatizar triagem e atendimento inicial em cenarios de controle de acesso, preservando rastreabilidade e fallback humano.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38328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Objetivo tecnico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Separar responsabilidades por servico para reduzir custo, melhorar latencia e permitir evolucao independente dos componentes.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38328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Publico-alvo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Cliente tecnico, arquitetura corporativa, engenharia de software, times de operacao e integracao.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1. Visao Geral da Arquitetura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Arquitetura orientada a servicos com separacao clara entre operacao, inteligencia e NLP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28600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Asterisk / FastAGI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Canal de execucao da chamada. Mantem sessao ativa, recebe comandos AGI e controla playback/record.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4688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Adapter Orchestrator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Servico ASP.NET responsavel pelo fluxo da chamada, estado de sessao, webhooks, integracao e auditoria.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Intelligence Service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Servico ASP.NET que processa texto, aplica regras do tenant e coordena Regex, NLP e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37744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NLP Agent Service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Servico Python/FastAPI dedicado a NLP/NER contextual, consumido via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4023360"/>
            <a:ext cx="2560320" cy="15544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MariaDB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Tenants, CallSessions, CallInteractions, status final e metadados de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2560320" cy="15544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Admin Portal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Frontend React para health, SSE, historico, tenants e metricas operacionais.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023360"/>
            <a:ext cx="2560320" cy="15544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Webhooks / sistemas externos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Despacho final, notificacao do morador e integracoes downstream.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5603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60720" y="25603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256032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00400" y="3474720"/>
            <a:ext cx="1325880" cy="54864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126480" y="3474720"/>
            <a:ext cx="182880" cy="54864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3474720"/>
            <a:ext cx="731520" cy="54864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2. Fluxo Operacional da Chamada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Sequencia de execucao desde a abertura da chamada ate o despacho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1. Ingresso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Visitante inicia interacao por voz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2. AGI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Asterisk abre sessao FastAGI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3. Estado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Orchestrator cria contexto e controla prompts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4. Inferencia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Texto segue para o Intelligence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5. Decisao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Resposta estruturada retorna com acao sugerida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194560"/>
            <a:ext cx="155448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6. Execucao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Webhook, nova pergunta, fallback ou encerramento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3108960"/>
            <a:ext cx="27432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86200" y="3108960"/>
            <a:ext cx="27432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15000" y="3108960"/>
            <a:ext cx="27432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3108960"/>
            <a:ext cx="27432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72600" y="3108960"/>
            <a:ext cx="27432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800600"/>
            <a:ext cx="107899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Orchestrator permanece como autoridade do fluxo em tempo real e do que precisa ser perguntado ou executado a seguir.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Intelligence Service nao executa efeitos colaterais operacionais; ele retorna recomendacao estruturada para o Orchestrator.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Esse desacoplamento facilita teste, auditoria e reuso da camada de decisao.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3. Pipeline de Decisao Regex -&gt; NLP -&gt; LLM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Camadas com custos e responsabilidades distintas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743200" cy="23774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Regex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Extracao deterministica e de baixo custo para documento, unidade, bloco, torre, pistas linguisticas e padroes claros.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828800"/>
            <a:ext cx="2743200" cy="23774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NLP externo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Extracao contextual orientada por slot, mantendo SessionId e Metadata da requisicao original.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2743200" cy="23774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LLM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Validacao semantica final, verificacao de coerencia e decisao em casos ambiguidos ou incompletos.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1828800"/>
            <a:ext cx="1645920" cy="23774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Saida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Intencao</a:t>
            </a:r>
            <a:br/>
            <a:r>
              <a:t>DadosExtraidos</a:t>
            </a:r>
            <a:br/>
            <a:r>
              <a:t>Confianca</a:t>
            </a:r>
            <a:br/>
            <a:r>
              <a:t>Camada</a:t>
            </a:r>
            <a:br/>
            <a:r>
              <a:t>Acao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301752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301752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01200" y="301752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09160"/>
            <a:ext cx="10698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A estrategia minimiza uso desnecessario de LLM e melhora previsibilidade de latencia.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NLP foi externalizado para permitir evolucao independente da stack Python sem acoplar ao servico .NET.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Thresholds de confianca podem ser ajustados por tenant para calibrar risco operacional.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4. Contratos e APIs Principais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Endpoints centrais usados entre servicos e operacao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347472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AIPort.Intelligence.Service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POST /api/inference/process</a:t>
            </a:r>
            <a:br/>
            <a:r>
              <a:t>GET /api/inference/responses/{tenantType}</a:t>
            </a:r>
            <a:br/>
            <a:r>
              <a:t>GET /api/inference/health</a:t>
            </a:r>
            <a:br/>
            <a:r>
              <a:t>GET /scalar/v1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47472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AIPort.Nlp.Agent.Service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POST /api/inference/process</a:t>
            </a:r>
            <a:br/>
            <a:r>
              <a:t>GET /api/inference/health</a:t>
            </a:r>
            <a:br/>
            <a:r>
              <a:t>GET /openapi/v1.json</a:t>
            </a:r>
            <a:br/>
            <a:r>
              <a:t>GET /v1/scalar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554480"/>
            <a:ext cx="3474720" cy="20116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AIPort.Adapter.Orchestrator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GET /health</a:t>
            </a:r>
            <a:br/>
            <a:r>
              <a:t>GET /api/health/status</a:t>
            </a:r>
            <a:br/>
            <a:r>
              <a:t>GET /api/events/stream</a:t>
            </a:r>
            <a:br/>
            <a:r>
              <a:t>APIs de tenants, metricas e configuracao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10881360" cy="13716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Contrato funcional de inferencia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Entrada inclui Texto, TenantType, SessionId e Metadata. Saida estruturada inclui Intencao, DadosExtraidos, Confianca, Camada e informacoes de debug.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5. Slot-Filling e Contexto de Sessao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Fluxo guiado principalmente para residencial, com validacao progressiva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743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Slots tipicos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Nome do visitante</a:t>
            </a:r>
            <a:br/>
            <a:r>
              <a:t>Nome do morador</a:t>
            </a:r>
            <a:br/>
            <a:r>
              <a:t>Apartamento</a:t>
            </a:r>
            <a:br/>
            <a:r>
              <a:t>Bloco/Torre</a:t>
            </a:r>
            <a:br/>
            <a:r>
              <a:t>Documento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645920"/>
            <a:ext cx="2743200" cy="2743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Contexto enviado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Resposta atual</a:t>
            </a:r>
            <a:br/>
            <a:r>
              <a:t>ExpectedSlot</a:t>
            </a:r>
            <a:br/>
            <a:r>
              <a:t>Contexto acumulado</a:t>
            </a:r>
            <a:br/>
            <a:r>
              <a:t>Metadados de sessao</a:t>
            </a:r>
            <a:br/>
            <a:r>
              <a:t>TenantType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45920"/>
            <a:ext cx="2286000" cy="2743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Protecao semantica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Evita trocar morador por visitante</a:t>
            </a:r>
            <a:br/>
            <a:r>
              <a:t>Evita perda de contexto</a:t>
            </a:r>
            <a:br/>
            <a:r>
              <a:t>Favorece extracao coerente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645920"/>
            <a:ext cx="2011680" cy="2743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Resultado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Pedir proximo slot</a:t>
            </a:r>
            <a:br/>
            <a:r>
              <a:t>Validar completude</a:t>
            </a:r>
            <a:br/>
            <a:r>
              <a:t>Despachar</a:t>
            </a:r>
            <a:br/>
            <a:r>
              <a:t>Escalar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97180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0" y="2971800"/>
            <a:ext cx="36576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52560" y="297180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754880"/>
            <a:ext cx="10424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Ao final do preenchimento dos slots obrigatorios, a IA valida completude, coerencia e sufiencia para a acao final.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Esse modelo favorece explainability operacional, porque cada rodada tem prompt, resposta e snapshot de dados extraidos.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6. Persistencia e Modelo de Auditoria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Persistencia orientada a operacao e rastreabilidade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Tenants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PID, webhook URL, status, token, perfil de IA e thresholds de confianca.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47472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CallSessions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TenantId, SessionId, StartedAt, EndedAt, FinalAction, FinalExtractedData e campos de auditoria de webhook.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47472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CallInteractions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BotPrompt, UserTranscription, ResolutionLayer, tempos de interacao, tempos de LLM e snapshots progressivos.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2743200" cy="3749039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Finalizacao auditavel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JSON final inclui camadaResolucao, dadosExtraidos, acaoFinal, respostaFalada, despachoFinal e payload de webhook. Isso facilita revisao pos-evento e integracao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7. Observabilidade, Health e Telemetria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Capacidades nativas para operacao e diagnostico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Health checks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Saude da aplicacao, liveness, conectividade com MariaDB e telemetria basica do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SSE ao vivo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Fluxo de eventos em tempo real para acompanhamento operacional no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Historico recente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Consulta separada do stream para evitar confusao entre evento ativo e memoria curta.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192024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Metrica de IA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Escalonamento, uso de LLM e duracao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886200"/>
            <a:ext cx="9875520" cy="13258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Observacao operacional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 instrumentacao exposta pelo backend e suficiente para suportar dashboards, troubleshooting e tuning progressivo por tenant sem depender de uma ferramenta externa para o basico.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8. Configuracao e Parametrizacao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Pontos principais de configuracao relevantes para integracao e operacao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3474720" cy="21945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NLP externo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AIService:Nlp</a:t>
            </a:r>
            <a:br/>
            <a:r>
              <a:t>UseExternalApi</a:t>
            </a:r>
            <a:br/>
            <a:r>
              <a:t>ExternalApiBaseUrl</a:t>
            </a:r>
            <a:br/>
            <a:r>
              <a:t>ExternalApiTimeoutMs</a:t>
            </a:r>
            <a:br/>
            <a:r>
              <a:t>ExternalApiKey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Orchestrator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MariaDb:ConnectionString</a:t>
            </a:r>
            <a:br/>
            <a:r>
              <a:t>Webhook:TimeoutMs</a:t>
            </a:r>
            <a:br/>
            <a:r>
              <a:t>Speech:Asterisk:TtsApplication</a:t>
            </a:r>
            <a:br/>
            <a:r>
              <a:t>FallbackRouting</a:t>
            </a:r>
            <a:br/>
            <a:r>
              <a:t>RuntimeInputOptions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554480"/>
            <a:ext cx="3474720" cy="21945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Sandbox / desenvolvimento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InputSourceMode</a:t>
            </a:r>
            <a:br/>
            <a:r>
              <a:t>DeveloperSandbox.DisableWebhookCalls</a:t>
            </a:r>
            <a:br/>
            <a:r>
              <a:t>VerboseConsoleOutput</a:t>
            </a:r>
            <a:br/>
            <a:r>
              <a:t>WindowsVoice.Provider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424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projeto ja usa variaveis de ambiente para sobreposicao de configuracoes sensiveis e de ambiente.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Esse modelo facilita execucao local, homologacao e futura conteinerizacao com parametros externos.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9. Admin Portal e Superficie de Operacao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Camada web para governanca e acompanhamento em tempo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Monitoramento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Status de health, tenants ativos, CPU/memoria e status de conexao SSE.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645920"/>
            <a:ext cx="274320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Eventos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Eventos ao vivo via SSE e historico recente desacoplado do stream.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45920"/>
            <a:ext cx="228600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Gestao de tenants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CRUD de tenants, filtros e configuracao operacional.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645920"/>
            <a:ext cx="182880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Exportacao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CSV e visao consolidada de sessoes e conversas.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10149840" cy="12801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Valor tecnico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portal nao e apenas visual: ele fecha o ciclo de operacao do produto, oferecendo interface para inspecao, governanca e suporte ao troubleshooting de producao.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10. Consideracoes de Escalabilidade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Onde a arquitetura atual ja favorece crescimento tecnico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5669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Separacao entre Orchestrator, Intelligence Service e NLP Agent permite escalar por perfil de carga.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Regex absorve parte importante do volume sem custo adicional de modelo generativo.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O NLP externo pode ser evoluido ou substituido sem romper o contrato principal de inferencia.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A auditoria persistida cria base para analytics, tuning de modelo e melhoria continua.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O uso de webhooks desacopla despacho operacional e facilita integracao com ecossistemas existentes.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3657600" cy="10058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Escala horizontal natural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Camadas stateless de API e servicos desacoplados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154680"/>
            <a:ext cx="3657600" cy="10058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Escala funcional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Novas verticais via regras, prompts e thresholds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480560"/>
            <a:ext cx="3657600" cy="10058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Escala operacional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Mais tenants sem reescrever o fluxo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11. Resumo Tecnico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Leitura final para arquitetura e engenharia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0584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sistema e um pipeline operacional de voz + IA, com o Orchestrator controlando efeitos operacionais e a camada de inteligencia retornando decisao estruturada.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A separacao Regex -&gt; NLP -&gt; LLM melhora custo, latencia, manutencao e capacidade de tuning.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A persistencia em sessoes e interacoes fornece trilha de auditoria e base para diagnostico tecnico.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A superficie de observabilidade ja inclui health, SSE, historico, metricas e portal administrativo.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Do ponto de vista de engenharia, a base atual esta alinhada com produto multi-tenant, integracao enterprise e evolucao incremental.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Visao Tecnica para Engenharia | Abr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1512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Janlon de Carvalho Rodrigues</cp:lastModifiedBy>
  <cp:revision>2</cp:revision>
  <dcterms:created xsi:type="dcterms:W3CDTF">2013-01-27T09:14:16Z</dcterms:created>
  <dcterms:modified xsi:type="dcterms:W3CDTF">2026-04-29T00:02:49Z</dcterms:modified>
  <cp:category/>
</cp:coreProperties>
</file>