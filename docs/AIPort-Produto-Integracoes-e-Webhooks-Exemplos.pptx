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AIPort | Integrações e exemplos de webhook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Versão ampliada com payloads, respostas esperadas e interpretação de confirmação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89920" cy="9601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Objetivo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Explicar como o produto conversa com sistemas externos, o que já foi implementado e como o AIPort decide se a integração confirmou ou falhou.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Base do produto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Telefonia + orquestração + IA em camadas + persistência + despacho por webhook.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0"/>
            <a:ext cx="33832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Ponto crítico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 integração externa não é acessória. Ela fecha o ciclo operacional do atendimento.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743200"/>
            <a:ext cx="3383280" cy="192024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Foco desta versão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Exemplo realista de payload, sucesso, falha, protocolo e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1. Onde o webhook entra no fluxo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O webhook é disparado quando a ação sugerida exige notificação externa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57400"/>
            <a:ext cx="164592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Visitante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Fala ou informa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2057400"/>
            <a:ext cx="182880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Orchestrator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Conduz a chamada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057400"/>
            <a:ext cx="182880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Intelligence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Retorna ação sugerida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57400"/>
            <a:ext cx="182880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Webhook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Notifica sistema externo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2057400"/>
            <a:ext cx="228600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36A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Sistema do cliente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Aceita, rejeita ou devolve protocolo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92608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292608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37960" y="292608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2926080"/>
            <a:ext cx="320040" cy="0"/>
          </a:xfrm>
          <a:prstGeom prst="line">
            <a:avLst/>
          </a:prstGeom>
          <a:ln w="25400">
            <a:solidFill>
              <a:srgbClr val="5D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4617720"/>
            <a:ext cx="100584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webhook só é montado quando a ação final exige NOTIFICAR_MORADOR.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payload é gerado pelo Orchestrator e enviado com URL e token do tenant.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retorno do parceiro define se a notificação foi concluída ou se é necessário fallback.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2. Exemplo do payload enviado pelo AIPort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Estrutura alinhada ao código do NotificationCascadeService e BuildWebhookPayload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52628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Exemplo de payload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{</a:t>
            </a:r>
            <a:br/>
            <a:r>
              <a:t>  "tenantId": 12,</a:t>
            </a:r>
            <a:br/>
            <a:r>
              <a:t>  "tenantPid": 200,</a:t>
            </a:r>
            <a:br/>
            <a:r>
              <a:t>  "sessionId": "sess-20260420-0001",</a:t>
            </a:r>
            <a:br/>
            <a:r>
              <a:t>  "uniqueId": "agi-841223",</a:t>
            </a:r>
            <a:br/>
            <a:r>
              <a:t>  "callerId": "+5511999999999",</a:t>
            </a:r>
            <a:br/>
            <a:r>
              <a:t>  "acao": "NOTIFICAR_MORADOR",</a:t>
            </a:r>
            <a:br/>
            <a:r>
              <a:t>  "resposta": "Aguarde um momento enquanto notifico o morador.",</a:t>
            </a:r>
            <a:br/>
            <a:r>
              <a:t>  "dados": {</a:t>
            </a:r>
            <a:br/>
            <a:r>
              <a:t>    "nome": "Carlos Silva",</a:t>
            </a:r>
            <a:br/>
            <a:r>
              <a:t>    "nomeVisitante": "Carlos Silva",</a:t>
            </a:r>
            <a:br/>
            <a:r>
              <a:t>    "documento": "12345678900",</a:t>
            </a:r>
            <a:br/>
            <a:r>
              <a:t>    "cpf": "12345678900",</a:t>
            </a:r>
            <a:br/>
            <a:r>
              <a:t>    "unidade": "204",</a:t>
            </a:r>
            <a:br/>
            <a:r>
              <a:t>    "bloco": "B",</a:t>
            </a:r>
            <a:br/>
            <a:r>
              <a:t>    "torre": null,</a:t>
            </a:r>
            <a:br/>
            <a:r>
              <a:t>    "empresa": null,</a:t>
            </a:r>
            <a:br/>
            <a:r>
              <a:t>    "parentesco": null,</a:t>
            </a:r>
            <a:br/>
            <a:r>
              <a:t>    "estaComVeiculo": false,</a:t>
            </a:r>
            <a:br/>
            <a:r>
              <a:t>    "placa": null,</a:t>
            </a:r>
            <a:br/>
            <a:r>
              <a:t>    "eEntregador": false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3. O que cada campo do payload significa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Leitura funcional do contrato de integração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29184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Identificação da operação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tenantId, tenantPid, sessionId e uniqueId identificam tenant, sessão e evento operacional.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00200"/>
            <a:ext cx="329184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Contexto da chamada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callerId, resposta e acao informam de onde veio a chamada e qual foi a decisão tomada.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00200"/>
            <a:ext cx="3291840" cy="173736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Dados úteis para o parceiro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dados leva as entidades extraídas que o outro sistema pode usar para notificar, registrar ou correlacionar.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1498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payload foi desenhado para ser simples o suficiente para homologação rápida e rico o suficiente para operação real.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Ele não depende da implementação interna do parceiro, apenas de um contrato HTTP/JSON estável.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Os campos de dados extraídos eliminam a necessidade de o sistema externo reinterpretar a fala bruta.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4. Exemplo de resposta positiva esperada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Sucesso técnico + sucesso de negócio + protocolo de correlação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303520" cy="41605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Resposta positiva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HTTP/1.1 200 OK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"success": true,</a:t>
            </a:r>
            <a:br/>
            <a:r>
              <a:t>  "message": "Morador notificado com sucesso.",</a:t>
            </a:r>
            <a:br/>
            <a:r>
              <a:t>  "protocolId": "ATD-984512",</a:t>
            </a:r>
            <a:br/>
            <a:r>
              <a:t>  "status": "accepted"</a:t>
            </a:r>
            <a:br/>
            <a: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463040"/>
            <a:ext cx="5029200" cy="41605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Como o AIPort interpreta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HTTP 200 + success=true + status accepted -&gt; webhook bem-sucedido.</a:t>
            </a:r>
            <a:br/>
            <a:br/>
            <a:r>
              <a:t>protocolId pode ser capturado como correlationId/correlationField para auditoria.</a:t>
            </a:r>
            <a:br/>
            <a:br/>
            <a:r>
              <a:t>Resultado operacional esperado:</a:t>
            </a:r>
            <a:br/>
            <a:r>
              <a:t>Success = true</a:t>
            </a:r>
            <a:br/>
            <a:r>
              <a:t>ReasonCode = MORADOR_NOTIFICADO</a:t>
            </a:r>
            <a:br/>
            <a:r>
              <a:t>RedirectToHumanRecommended =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5. Exemplo de resposta negativa de negócio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HTTP 200 não significa confirmação válida se o corpo negar a 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303520" cy="41605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Resposta negativa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HTTP/1.1 200 OK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"success": false,</a:t>
            </a:r>
            <a:br/>
            <a:r>
              <a:t>  "message": "Morador indisponível no momento.",</a:t>
            </a:r>
            <a:br/>
            <a:r>
              <a:t>  "status": "denied"</a:t>
            </a:r>
            <a:br/>
            <a: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463040"/>
            <a:ext cx="5029200" cy="41605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D28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Como o AIPort interpreta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Mesmo com HTTP 200, success=false ou status denied/rejected/negado são tratados como falha de negócio.</a:t>
            </a:r>
            <a:br/>
            <a:br/>
            <a:r>
              <a:t>Resultado operacional esperado:</a:t>
            </a:r>
            <a:br/>
            <a:r>
              <a:t>Success = false</a:t>
            </a:r>
            <a:br/>
            <a:r>
              <a:t>Code = WEBHOOK_NEGATIVE_RESPONSE</a:t>
            </a:r>
            <a:br/>
            <a:r>
              <a:t>RedirectToHumanRecommended =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6. Exemplo de timeout ou falha de transporte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Falha técnica também dispara fallback seguro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5303520" cy="38862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B0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Falha técnica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HTTP timeout / transporte indisponível</a:t>
            </a:r>
            <a:br/>
            <a:br/>
            <a:r>
              <a:t>Resultado interpretado pelo AIPort:</a:t>
            </a:r>
            <a:br/>
            <a:r>
              <a:t>code = WEBHOOK_TIMEOUT ou WEBHOOK_TRANSPORT_ERROR</a:t>
            </a:r>
            <a:br/>
            <a:r>
              <a:t>redirectToHumanRecommended = 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4983480" cy="38862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Comportamento esperado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Se a URL não responder, se houver erro de transporte ou se o tempo exceder o limite configurado, o AIPort não assume entrega.</a:t>
            </a:r>
            <a:br/>
            <a:br/>
            <a:r>
              <a:t>O sistema registra o motivo, o tempo gasto e recomenda escalonamento humano.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7. O que o parceiro deveria devolver idealmente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Contrato recomendado para homologação limpa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669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Status HTTP 2xx quando a requisição foi tecnicamente processada.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Campo success, approved ou accepted com valor booleano claro.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Campo status com semântica simples, como accepted, denied, rejected ou unavailable.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Campo message com contexto humano para auditoria e troubleshooting.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Campo de correlação como requestId, correlationId, protocolId, protocolo, ticket ou atendimentoId.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3657600" cy="11430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Por que isso foi escolhido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 código já tenta reconhecer vários nomes de campo para se adaptar a diferentes parceiros homologados.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383280"/>
            <a:ext cx="3657600" cy="11430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Benefício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Reduz retrabalho na integração e permite compatibilidade com padrões heterogêneos de resposta.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937760"/>
            <a:ext cx="3657600" cy="9144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Resultado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Homologação mais rápida e menos acoplamento.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8. O que fica auditado depois do envio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Rastreabilidade persistida da integração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29184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Em CallSessions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WebhookHttpStatus, WebhookPayloadHash, WebhookPayloadSentAt, WebhookCorrelationId e WebhookCorrelationField.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00200"/>
            <a:ext cx="329184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No JSON final da sessão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notificacao.success, reasonCode, reasonMessage, webhook.success, responseBodyExcerpt, elapsedMs e correlationId.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00200"/>
            <a:ext cx="3291840" cy="182880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Valor operacional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Permite provar o que foi enviado, quando foi enviado e como o parceiro respondeu.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058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Esse desenho facilita suporte, auditoria legal e análise de integração sem depender só de logs voláteis.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O hash do payload reduz disputa operacional sobre “qual payload foi realmente enviado”.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9. Sandbox e homologação segura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Como testar integração sem disparar efeitos reais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C5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Modo sandbox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Quando DeveloperSandbox.DisableWebhookCalls está ativo, o sistema usa SandboxWebhookClient.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645920"/>
            <a:ext cx="3474720" cy="21031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14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Comportamento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O payload é logado, o envio real é suprimido e o resultado volta como WEBHOOK_SANDBOX_SUPPRESSED.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645920"/>
            <a:ext cx="2926080" cy="2103120"/>
          </a:xfrm>
          <a:prstGeom prst="roundRect">
            <a:avLst/>
          </a:prstGeom>
          <a:solidFill>
            <a:srgbClr val="F2F6FA"/>
          </a:solidFill>
          <a:ln w="17780">
            <a:solidFill>
              <a:srgbClr val="45A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>
                <a:solidFill>
                  <a:srgbClr val="0E1C34"/>
                </a:solidFill>
              </a:rPr>
              <a:t>Por que isso importa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Permite homologar fluxo, UI e auditoria sem efeitos reais no ambiente do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99669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Isso acelera desenvolvimento, demonstração e testes de ponta a ponta.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Depois da homologação, basta apontar a URL real e desabilitar a supressão.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10. Por que a integração foi desenhada assim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Racional técnico e de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Para não prender o produto a um único sistema externo ou a um único cliente.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Para manter o núcleo de IA e orquestração independente da tecnologia do parceiro.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Para permitir homologação incremental por tenant, com URL e token próprios.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Para tratar confirmação de negócio de forma explícita, em vez de confiar cegamente em HTTP 200.</a:t>
            </a:r>
          </a:p>
          <a:p>
            <a:pPr>
              <a:spcAft>
                <a:spcPts val="600"/>
              </a:spcAft>
              <a:defRPr sz="1700">
                <a:solidFill>
                  <a:srgbClr val="2D3748"/>
                </a:solidFill>
              </a:defRPr>
            </a:pPr>
            <a:r>
              <a:t>Para garantir rastreabilidade forte com hash de payload, timestamps e protocolo de correlação.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1C34"/>
                </a:solidFill>
              </a:rPr>
              <a:t>11. Resumo prático para cliente técnico</a:t>
            </a:r>
          </a:p>
          <a:p>
            <a:pPr>
              <a:defRPr sz="1000">
                <a:solidFill>
                  <a:srgbClr val="5D6C7E"/>
                </a:solidFill>
              </a:defRPr>
            </a:pPr>
            <a:r>
              <a:t>Leitura final da estratégia de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058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AIPort atende, interpreta, decide e delega o despacho ao sistema homologado do cliente via webhook.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parceiro precisa confirmar aceite de forma técnica e semântica, preferencialmente com protocolo.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Se a resposta for negativa, ambígua ou indisponível, o AIPort não mascara o problema e recomenda fallback humano.</a:t>
            </a:r>
          </a:p>
          <a:p>
            <a:pPr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O desenho atual prioriza baixo acoplamento, homologação rápida, operação auditável e crescimento multi-tenant.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E"/>
                </a:solidFill>
              </a:defRPr>
            </a:pPr>
            <a:r>
              <a:t>Core AI Inference Engine | Integrações e exemplos de webhook | Abr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1464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Janlon de Carvalho Rodrigues</cp:lastModifiedBy>
  <cp:revision>2</cp:revision>
  <dcterms:created xsi:type="dcterms:W3CDTF">2013-01-27T09:14:16Z</dcterms:created>
  <dcterms:modified xsi:type="dcterms:W3CDTF">2026-04-29T00:08:23Z</dcterms:modified>
  <cp:category/>
</cp:coreProperties>
</file>