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AIPort | Visao Tecnica do Sistema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Como a orquestracao de voz, o pipeline de IA e a camada operacional trabalham em conjunto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789920" cy="1005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6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Objetivo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Plataforma B2B para portaria virtual assistida por IA, com interacao por voz, decisao estruturada, regras por tenant e fallback para atendimento humano.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383280" cy="2286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Camada operacional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Integracao FastAGI</a:t>
            </a:r>
            <a:br/>
            <a:r>
              <a:t>Prompts de voz</a:t>
            </a:r>
            <a:br/>
            <a:r>
              <a:t>Disparo de webhook</a:t>
            </a:r>
            <a:br/>
            <a:r>
              <a:t>Estado de sessao</a:t>
            </a:r>
            <a:br/>
            <a:r>
              <a:t>Roteamento de fallback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743200"/>
            <a:ext cx="3383280" cy="2286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Camada de decisao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Extracao por regex</a:t>
            </a:r>
            <a:br/>
            <a:r>
              <a:t>NLP contextual via API Python</a:t>
            </a:r>
            <a:br/>
            <a:r>
              <a:t>Validacao por LLM quando necessario</a:t>
            </a:r>
            <a:br/>
            <a:r>
              <a:t>Thresholds por 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743200"/>
            <a:ext cx="3383280" cy="2286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Camada de governanca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Persistencia em MariaDB</a:t>
            </a:r>
            <a:br/>
            <a:r>
              <a:t>Auditoria de sessoes</a:t>
            </a:r>
            <a:br/>
            <a:r>
              <a:t>Health checks</a:t>
            </a:r>
            <a:br/>
            <a:r>
              <a:t>Eventos SSE</a:t>
            </a:r>
            <a:br/>
            <a:r>
              <a:t>Portal administrativo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| Abr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1. Fluxo de Execucao de Ponta a Ponta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Caminho principal desde a chamada de entrada ate a acao final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194560"/>
            <a:ext cx="1737360" cy="19202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Visitante / interfone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A entrada por voz chega ao sistema pelo ponto de acesso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2194560"/>
            <a:ext cx="1737360" cy="19202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Asterisk / FastAGI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Controle da chamada, playback, gravacao e loop de comandos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2194560"/>
            <a:ext cx="1737360" cy="19202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Orchestrator (.NET)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Estado da sessao, prompts, retentativas, roteamento e integracoes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194560"/>
            <a:ext cx="1737360" cy="19202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6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Intelligence Service (.NET)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Pipeline de decisao Regex -&gt; NLP -&gt; LLM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194560"/>
            <a:ext cx="1737360" cy="19202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Saida operacional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Notificar morador, pedir mais dados, escalar humano ou encerrar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3154680"/>
            <a:ext cx="5486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63440" y="3154680"/>
            <a:ext cx="5486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95160" y="3154680"/>
            <a:ext cx="59436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26880" y="3154680"/>
            <a:ext cx="59436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4846320"/>
            <a:ext cx="1060704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O Orchestrator e o dono do fluxo operacional em tempo real e define a proxima pergunta.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O Intelligence Service retorna estrutura: intencao, entidades extraidas, confianca, resposta falada e acao sugerida.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O fallback para atendimento humano permanece quando a confianca ou a completude nao sao suficientes.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| Abr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2. Arquitetura de Servicos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Os servicos principais sao separados por responsabilidade para escala, custo e manutencao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92608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AIPort.Adapter.Orchestrator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Servico ASP.NET que integra Asterisk/FastAGI, voz, webhooks, repositorios de sessao e operacao do tenant.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463040"/>
            <a:ext cx="292608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AIPort.Intelligence.Service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Servico ASP.NET de decisao que expoe APIs de inferencia e executa o workflow de inteligencia em camadas.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463040"/>
            <a:ext cx="292608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AIPort.Nlp.Agent.Service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Servico Python/FastAPI especializado em extracao contextual e NLP/NER.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2926080" cy="15544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MariaDB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Tenants, sessoes, interacoes, campos de auditoria e base para metricas operacionais.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749039"/>
            <a:ext cx="2926080" cy="15544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6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Admin Portal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Aplicacao React para health, tenants, eventos ao vivo, historico e analise operacional.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749039"/>
            <a:ext cx="2926080" cy="15544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0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Sistemas externos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Endpoints de notificacao do morador, webhooks e integracoes operacionais.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2286000"/>
            <a:ext cx="91440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98079" y="2286000"/>
            <a:ext cx="914401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94560" y="3108960"/>
            <a:ext cx="0" cy="640079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35040" y="3108960"/>
            <a:ext cx="0" cy="640079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75520" y="3108960"/>
            <a:ext cx="0" cy="640079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| Abr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3. Pipeline de Inteligencia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A pilha de IA e em camadas para evitar mandar toda interacao para modelos caros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828800"/>
            <a:ext cx="2468880" cy="2286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Camada Regex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Extracao deterministica e rapida para padroes como CPF, RG, unidade, bloco, torre e pistas explicitas.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9039" y="1828800"/>
            <a:ext cx="2468880" cy="2286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Camada NLP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API Python externa faz extracao contextual e interpretacao orientada ao slot esperado.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828800"/>
            <a:ext cx="2468880" cy="2286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Camada LLM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Validacao semantica e decisao final apenas quando ha ambiguidade ou necessidade de coerencia.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828800"/>
            <a:ext cx="1828800" cy="2286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Saida estruturada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Intencao</a:t>
            </a:r>
            <a:br/>
            <a:r>
              <a:t>Entidades</a:t>
            </a:r>
            <a:br/>
            <a:r>
              <a:t>Confianca</a:t>
            </a:r>
            <a:br/>
            <a:r>
              <a:t>Resposta falada</a:t>
            </a:r>
            <a:br/>
            <a:r>
              <a:t>Acao sugerida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37560" y="2971800"/>
            <a:ext cx="411479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217920" y="2971800"/>
            <a:ext cx="41148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098280" y="2971800"/>
            <a:ext cx="41148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4709160"/>
            <a:ext cx="1051560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Esse desenho melhora latencia e mantem o custo de inferencia proporcional a complexidade do caso.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Thresholds por tenant permitem ajustar profundidade de automacao versus seguranca operacional.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O servico NLP e substituivel e escalavel de forma independente porque esta exposto por HTTP.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| Abr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4. Logica de Slot-Filling Residencial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A coleta guiada evita misturar informacoes do visitante e do morador na mesma sessao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2834640" cy="27432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Sequencia de perguntas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Nome do visitante</a:t>
            </a:r>
            <a:br/>
            <a:r>
              <a:t>Nome do morador</a:t>
            </a:r>
            <a:br/>
            <a:r>
              <a:t>Apartamento</a:t>
            </a:r>
            <a:br/>
            <a:r>
              <a:t>Bloco/Torre</a:t>
            </a:r>
            <a:br/>
            <a:r>
              <a:t>Documento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828800"/>
            <a:ext cx="2834640" cy="27432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6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Contexto enviado para IA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Texto da resposta atual</a:t>
            </a:r>
            <a:br/>
            <a:r>
              <a:t>ExpectedSlot</a:t>
            </a:r>
            <a:br/>
            <a:r>
              <a:t>Contexto acumulado da visita</a:t>
            </a:r>
            <a:br/>
            <a:r>
              <a:t>Metadados da sessao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828800"/>
            <a:ext cx="2834640" cy="27432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Objetivo da validacao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Checar completude</a:t>
            </a:r>
            <a:br/>
            <a:r>
              <a:t>Checar coerencia</a:t>
            </a:r>
            <a:br/>
            <a:r>
              <a:t>Definir proxima pergunta</a:t>
            </a:r>
            <a:br/>
            <a:r>
              <a:t>Autorizar acao final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3154680"/>
            <a:ext cx="5486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040880" y="3154680"/>
            <a:ext cx="5486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4983480"/>
            <a:ext cx="102412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O slot esperado impede que o nome do morador seja tratado como nome do visitante, e vice-versa.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A validacao final so ocorre depois que os campos obrigatorios forem coletados ou quando o fluxo cair em fallback.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| Abr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5. Dados, Auditoria e Memoria Operacional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O sistema persiste detalhes suficientes para rastreabilidade, analise e revisao pos-incidente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737360"/>
            <a:ext cx="338328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Dados do tenant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Repositorio de tenants guarda PID, identificadores, configuracao de webhook e parametros do perfil de 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657600"/>
            <a:ext cx="338328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CallSessions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Ciclo de vida da sessao, acao final, dados finais extraidos, auditoria de webhook e campos de tempo.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737360"/>
            <a:ext cx="338328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CallInteractions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Pares prompt/resposta, camada de resolucao, duracao da interacao, tempo de LLM e snapshots cumulativos dos dados extraidos.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737360"/>
            <a:ext cx="3383280" cy="35661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Payload final de auditoria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A finalizacao da sessao guarda camada de resolucao, dados extraidos, resposta falada, despacho final e payload de webhook pretendido. Isso suporta compliance, depuracao e controle de qualidade.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| Abr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6. Observabilidade e Plano de Controle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A plataforma foi desenhada para ser operada, nao apenas executada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645920"/>
            <a:ext cx="2651760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Health endpoints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Endpoints de vida e saude expoem aplicacao, banco e telemetria do host.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1645920"/>
            <a:ext cx="2651760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6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Stream SSE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Streaming de eventos em tempo real mantem o portal atualizado com o que esta acontecendo agora.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645920"/>
            <a:ext cx="2651760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API de historico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Operadores conseguem inspecionar eventos recentes e conversas sem depender apenas do stream ao vivo.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1645920"/>
            <a:ext cx="2011680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Metricas de IA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Metricas por tenant calculam taxa de escalonamento, uso de LLM e duracao de sessao.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103327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O Admin Portal consolida eventos ao vivo, historico, gestao de tenants e saude do sistema em uma interface unica.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Perfis de IA por tenant como AGRESSIVO, CONSERVADOR e ULTRA_ESTAVEL suportam tuning operacional.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Essa camada de controle e critica para ambientes enterprise onde auditoria e rollout controlado importam.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| Abr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7. Visao de Deploy e Infraestrutura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Os servicos podem ser implantados separadamente preservando uma cadeia operacional coesa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2377440" cy="21945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Borda de voz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Interfone / telefonia</a:t>
            </a:r>
            <a:br/>
            <a:r>
              <a:t>Asterisk</a:t>
            </a:r>
            <a:br/>
            <a:r>
              <a:t>Sessao FastAGI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920240"/>
            <a:ext cx="2377440" cy="21945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Camada de app A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Orchestrator</a:t>
            </a:r>
            <a:br/>
            <a:r>
              <a:t>ASP.NET</a:t>
            </a:r>
            <a:br/>
            <a:r>
              <a:t>Cliente de webhook</a:t>
            </a:r>
            <a:br/>
            <a:r>
              <a:t>Adaptadores de voz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920240"/>
            <a:ext cx="2377440" cy="21945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Camada de app B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Intelligence Service</a:t>
            </a:r>
            <a:br/>
            <a:r>
              <a:t>API de inferencia</a:t>
            </a:r>
            <a:br/>
            <a:r>
              <a:t>Coordenacao Regex +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920240"/>
            <a:ext cx="2377440" cy="21945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Camada de app C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NLP Agent Python</a:t>
            </a:r>
            <a:br/>
            <a:r>
              <a:t>FastAPI</a:t>
            </a:r>
            <a:br/>
            <a:r>
              <a:t>Extracao com spaCy/heuristica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572000"/>
            <a:ext cx="2377440" cy="10972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0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MariaDB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Store persistente operacional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572000"/>
            <a:ext cx="2377440" cy="10972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6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Admin Portal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Console operacional React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3017520"/>
            <a:ext cx="36576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3017520"/>
            <a:ext cx="36576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95360" y="3017520"/>
            <a:ext cx="36576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63440" y="4114800"/>
            <a:ext cx="0" cy="45720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06640" y="4114800"/>
            <a:ext cx="0" cy="45720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5715000"/>
            <a:ext cx="1014984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As portas de desenvolvimento ja refletem um modelo orientado a servicos.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A escalabilidade independente e natural: telefonia/orquestracao, inteligencia e NLP possuem perfis de recurso diferentes.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| Abr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8. Por Que Essa Arquitetura Importa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As decisoes tecnicas sustentam confiabilidade operacional e escalabilidade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566928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A decisao hibrida reduz custo ao nao enviar toda interacao para modelos pesados.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Regras e thresholds por tenant permitem expandir entre verticais sem perder controle operacional.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O modelo de dados orientado a auditoria suporta vendas enterprise, compliance e revisao de eventos.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A camada de operacao ao vivo reduz tempo de resposta a incidentes e aumenta a confianca na automacao.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A separacao por servico abre caminho para escalar, evoluir modelos e integrar novos sistemas.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828800"/>
            <a:ext cx="3657600" cy="10515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Padroes verticais atuais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Residencial | Hospital | Corporativo | Logistica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3154680"/>
            <a:ext cx="3657600" cy="10515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Acoes finais principais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Notificar morador | Solicitar documento | Aguardar confirmacao | Escalar humano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4480560"/>
            <a:ext cx="3657600" cy="10515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E1C34"/>
                </a:solidFill>
              </a:rPr>
              <a:t>Mecanismos de controle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Health checks | Eventos SSE | Metricas de IA | Auditoria de webhook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| Abr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1243</Words>
  <Application>Microsoft Office PowerPoint</Application>
  <PresentationFormat>Widescreen</PresentationFormat>
  <Paragraphs>123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Janlon de Carvalho Rodrigues</cp:lastModifiedBy>
  <cp:revision>2</cp:revision>
  <dcterms:created xsi:type="dcterms:W3CDTF">2013-01-27T09:14:16Z</dcterms:created>
  <dcterms:modified xsi:type="dcterms:W3CDTF">2026-04-29T00:03:46Z</dcterms:modified>
  <cp:category/>
</cp:coreProperties>
</file>