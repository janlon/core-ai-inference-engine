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AIPort | Como o produto funciona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Produto, o que já foi feito, integrações, webhooks, confirmações esperadas e por que a arquitetura foi desenhada assim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9144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Resumo executivo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AIPort automatiza o atendimento inicial de portaria virtual, interpreta a fala do visitante, toma decisão operacional e integra o resultado com sistemas externos sem acoplar o núcleo a um único parceiro.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329184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 que o produto resolve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Triagem inicial</a:t>
            </a:r>
            <a:br/>
            <a:r>
              <a:t>Identificação</a:t>
            </a:r>
            <a:br/>
            <a:r>
              <a:t>Notificação</a:t>
            </a:r>
            <a:br/>
            <a:r>
              <a:t>Fallback humano</a:t>
            </a:r>
            <a:br/>
            <a:r>
              <a:t>Rastreabilidade operacional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29184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Como resolve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Telefonia + orquestração</a:t>
            </a:r>
            <a:br/>
            <a:r>
              <a:t>IA em camadas</a:t>
            </a:r>
            <a:br/>
            <a:r>
              <a:t>Regras por tenant</a:t>
            </a:r>
            <a:br/>
            <a:r>
              <a:t>Webhook para integração</a:t>
            </a:r>
            <a:br/>
            <a:r>
              <a:t>Auditoria persistida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743200"/>
            <a:ext cx="329184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Por que importa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Menor custo operacional</a:t>
            </a:r>
            <a:br/>
            <a:r>
              <a:t>Padronização</a:t>
            </a:r>
            <a:br/>
            <a:r>
              <a:t>Integração enterprise</a:t>
            </a:r>
            <a:br/>
            <a:r>
              <a:t>Escalabilidade</a:t>
            </a:r>
            <a:br/>
            <a:r>
              <a:t>Evolução incremental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1. O que é o produto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Plataforma de atendimento e despacho para operações de acesso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4864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Recebe a fala ou o texto do visitante e transforma a interação em uma decisão operacional estruturada.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Suporta cenários como visitante, entregador, identificação e encaminhamento em diferentes tipos de operação.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Aplica regras específicas por tenant e por vertical, mantendo comportamento customizável sem reescrever o núcleo.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Preserva fallback para atendimento humano quando a automação não é suficiente ou quando a integração externa falha.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645920"/>
            <a:ext cx="4389120" cy="11430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Verticais já contempladas no desenho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Residencial, hospital/clínica, corporativo e logística.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3063240"/>
            <a:ext cx="4389120" cy="11430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Ações finais típicas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Notificar morador, solicitar identificação, aguardar confirmação, escalar humano e encerrar fluxo.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4480560"/>
            <a:ext cx="4389120" cy="11430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Modelo de integração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Webhook HTTP com token Bearer, payload estruturado e leitura de confirmação no retorno.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2. Como o produto funciona na prática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Fluxo operacional principal da chamada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1. Entrada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Visitante fala no interfone ou canal de voz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2. Telefonia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Asterisk mantém a sessão FastAGI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3. Orquestração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Orchestrator conduz prompts e controla estado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4. Inteligência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Texto segue para Regex, NLP e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5. Decisão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Retorno com intenção, dados, confiança e ação sugerida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148840"/>
            <a:ext cx="15544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6. Despacho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Webhook, confirmação, fallback ou encerramento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306324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306324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97880" y="306324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306324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46920" y="306324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4709160"/>
            <a:ext cx="102412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Orchestrator é o dono da execução em tempo real.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A IA não dispara integração diretamente; ela recomenda a ação e o Orchestrator executa.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Esse desacoplamento evita que a lógica de negócio fique presa a detalhes de integração.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3. O que já foi feito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Capacidades concretas já implementadas no repositório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Orquestração operacional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Integração com Asterisk/FastAGI, prompts de voz, coleta de entrada, gerenciamento da sessão e execução da ação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Motor de decisão híbrido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Pipeline Regex -&gt; NLP -&gt; LLM, regras por tenant e validação final para casos ambíguos.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0020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NLP externo especializado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Serviço Python/FastAPI isolado para extração contextual e preenchimento orientado por slot.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Persistência e auditoria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Tenants, CallSessions, CallInteractions, dados finais extraídos e trilha de auditoria do despacho.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9476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Observabilidade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Health checks, SSE, histórico recente, métricas por tenant e portal administrativo.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94760"/>
            <a:ext cx="33832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Integração desacoplada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Webhook configurável por tenant, token por cliente, timeout, retry e modo sandbox para homologação.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4. O que é esperado do produto em operação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Comportamento-alvo do fluxo integrado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Atender o visitante, coletar os dados mínimos e decidir corretamente o próximo passo operacional.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Notificar o sistema externo do cliente quando a ação for NOTIFICAR_MORADOR.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Interpretar o retorno do sistema externo para saber se a notificação foi aceita, rejeitada ou se recomenda escalonamento humano.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Persistir a decisão, o payload enviado, o status HTTP, o hash do payload e o identificador de correlação retornado.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Fazer fallback para humano quando o webhook não estiver configurado, falhar no transporte, estourar timeout ou retornar resposta negativa.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5. Para que servem os webhooks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Webhook é o mecanismo de conversa do AIPort com o ecossistema do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19659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Função principal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Entregar o resultado operacional da IA para o sistema externo que efetivamente notifica, registra, autoriza ou despacha.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20"/>
            <a:ext cx="3291840" cy="19659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Por tenant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Cada tenant possui WebhookUrl e ApiToken próprios, o que permite multi-tenant real sem hardcode.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291840" cy="19659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Comportamento seguro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 não houver webhook ou se o retorno for ruim, o sistema recomenda redirecionar para humano.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698480" cy="14173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Leitura de negócio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webhook não é só transporte técnico. Ele representa o ponto de integração com a operação homologada do cliente: central, app do morador, concierge, sistema interno ou middleware corporativo.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6. O que o AIPort envia e o que espera receber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Contrato funcional do webhook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5303520" cy="29260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Payload enviado pelo AIPort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{</a:t>
            </a:r>
            <a:br/>
            <a:r>
              <a:t>  tenantId, tenantPid, sessionId, uniqueId, callerId,</a:t>
            </a:r>
            <a:br/>
            <a:r>
              <a:t>  acao, resposta, dados</a:t>
            </a:r>
            <a:br/>
            <a:r>
              <a:t>}</a:t>
            </a:r>
            <a:br/>
            <a:br/>
            <a:r>
              <a:t>Onde dados contém as entidades extraídas da interação.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00200"/>
            <a:ext cx="5303520" cy="29260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Confirmação esperada no retorno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HTTP 2xx por si só não basta. O cliente idealmente retorna um JSON com sinais de negócio como success, approved, accepted, status, message, protocolId ou correlationId.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Se vier HTTP não 2xx, o envio é tratado como falha.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Se vier 2xx com resposta de negócio negativa, o envio também é tratado como falha.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Se o parceiro devolver protocolo, ticket ou correlationId, o sistema registra esse vínculo para auditoria.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7. O que é uma confirmação válida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Semântica de confirmação usada pelo Orchestrator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Confirmação positiva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HTTP 2xx e ausência de sinais negativos no corpo. Exemplos de campos positivos: success=true, approved=true, accepted=true.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Confirmação negativa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HTTP 2xx com corpo negando a ação, ou status como rejected, denied, unavailable, timeout, negado, recusado, sem_resposta.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Confirmação rastreável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Quando o parceiro devolve requestId, correlationId, protocolId, protocolo, ticket ou atendimentoId, o sistema captura esse valor e o persiste.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8. Como conversa com sistemas já homologados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Estratégia de integração orientada a contrato, não a fornecedor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7607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O repositório não prende o produto ao nome de um parceiro específico; ele padroniza a conversa por HTTP + JSON + token.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Isso permite integrar o mesmo núcleo com middlewares, ERPs, centrais de atendimento, apps de morador e sistemas internos já homologados pelo cliente.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 confirmação esperada foi desenhada para aceitar diferentes estilos de resposta, desde que o parceiro devolva sinais claros de aceite, negação ou protocolo.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 captura de correlationId/protocolo conecta a chamada do AIPort ao atendimento gerado no sistema externo, facilitando suporte e conciliação.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3749039" cy="10972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Escolha deliberada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Integração genérica o suficiente para múltiplos clientes, mas com semântica forte de sucesso, falha e rastreabilidade.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291840"/>
            <a:ext cx="3749039" cy="10972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Ganhos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Menos acoplamento, homologação mais rápida e menor retrabalho ao entrar em novos ambientes.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754880"/>
            <a:ext cx="3749039" cy="10972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Segurança operacional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 o parceiro não confirmar corretamente, o sistema não assume sucesso cego e recomenda fallback humano.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9. Por que escolhemos fazer dessa forma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Racional técnico e de produto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Desacoplamento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 lógica de IA não depende do sistema do cliente. O núcleo toma decisão; a borda integra.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0020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Escalabilidade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Novos clientes entram configurando webhook, token, regras e thresholds, sem alterar o 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0020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Auditabilidade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Payload hash, status HTTP e correlationId permitem prova operacional e troubleshooting.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Resiliência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Timeout, retry, interpretação de resposta negativa e fallback humano evitam falso sucesso.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0332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Multi-tenant real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Cada tenant opera com seu endpoint, seu token, seu tipo de local e seu perfil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03320"/>
            <a:ext cx="3383280" cy="16459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Evolução incremental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É possível evoluir NLP, LLM, portal e integrações sem redesenhar toda a plataforma.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10. Expectativas para homologação e operação com parceiros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 que o outro sistema precisa fazer para a integração funcionar 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Disponibilizar endpoint HTTP estável para receber o webhook do tenant.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Aceitar autenticação Bearer quando configurada.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Responder rápido o suficiente para caber na janela de timeout operacional.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Devolver JSON simples e objetivo indicando aceite, negação ou protocolo de atendimento.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Manter semântica consistente de resposta para que o AIPort consiga distinguir sucesso técnico de sucesso de negócio.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Quando possível, devolver correlationId, requestId ou protocolo para fechar o ciclo de auditoria.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11. Resumo final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Leitura simples para produto, integração e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AIPort automatiza o atendimento inicial e transforma conversa em despacho operacional.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núcleo já implementa telefonia, orquestração, IA híbrida, persistência, auditoria e portal administrativo.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Webhooks foram escolhidos como camada de integração porque permitem conversar com sistemas já homologados sem acoplar o produto a um único parceiro.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A confirmação esperada não é só HTTP 200; ela precisa carregar semântica de aceite, negação ou protocolo.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desenho atual privilegia segurança operacional, rastreabilidade, multi-tenant e evolução incremental.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Produto, integrações e webhooks | Abr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1617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Janlon de Carvalho Rodrigues</cp:lastModifiedBy>
  <cp:revision>2</cp:revision>
  <dcterms:created xsi:type="dcterms:W3CDTF">2013-01-27T09:14:16Z</dcterms:created>
  <dcterms:modified xsi:type="dcterms:W3CDTF">2026-04-29T00:12:10Z</dcterms:modified>
  <cp:category/>
</cp:coreProperties>
</file>